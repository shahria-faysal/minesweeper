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TT Phobos Bold" charset="1" panose="02000803060000020004"/>
      <p:regular r:id="rId17"/>
    </p:embeddedFont>
    <p:embeddedFont>
      <p:font typeface="Calibri (MS) Italics" charset="1" panose="020F05020202040A0204"/>
      <p:regular r:id="rId18"/>
    </p:embeddedFont>
    <p:embeddedFont>
      <p:font typeface="Canva Sans Bold" charset="1" panose="020B0803030501040103"/>
      <p:regular r:id="rId19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8229600" cy="548640"/>
            <a:chOff x="0" y="0"/>
            <a:chExt cx="109728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MINESWEEPER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2700000">
            <a:off x="13304520" y="2331720"/>
            <a:ext cx="4114800" cy="4114800"/>
            <a:chOff x="0" y="0"/>
            <a:chExt cx="5486400" cy="548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7" id="7"/>
          <p:cNvGrpSpPr/>
          <p:nvPr/>
        </p:nvGrpSpPr>
        <p:grpSpPr>
          <a:xfrm rot="2700000">
            <a:off x="14108800" y="3150996"/>
            <a:ext cx="2476248" cy="2476248"/>
            <a:chOff x="0" y="0"/>
            <a:chExt cx="3329940" cy="33299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299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3329940">
                  <a:moveTo>
                    <a:pt x="0" y="0"/>
                  </a:moveTo>
                  <a:lnTo>
                    <a:pt x="3329940" y="0"/>
                  </a:lnTo>
                  <a:lnTo>
                    <a:pt x="3329940" y="3329940"/>
                  </a:lnTo>
                  <a:lnTo>
                    <a:pt x="0" y="3329940"/>
                  </a:lnTo>
                  <a:close/>
                </a:path>
              </a:pathLst>
            </a:custGeom>
            <a:solidFill>
              <a:srgbClr val="1C1C1C"/>
            </a:solidFill>
            <a:ln w="28575" cap="sq">
              <a:solidFill>
                <a:srgbClr val="FC673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6064283"/>
            <a:ext cx="8915400" cy="1234440"/>
            <a:chOff x="0" y="0"/>
            <a:chExt cx="1188720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87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188720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b="true" sz="2100" spc="150">
                  <a:solidFill>
                    <a:srgbClr val="E3DC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</a:t>
              </a:r>
            </a:p>
            <a:p>
              <a:pPr algn="l">
                <a:lnSpc>
                  <a:spcPts val="3024"/>
                </a:lnSpc>
              </a:pPr>
              <a:r>
                <a:rPr lang="en-US" b="true" sz="2100" spc="150">
                  <a:solidFill>
                    <a:srgbClr val="E3DCD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APPLICATION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3154680"/>
            <a:ext cx="12207240" cy="2194560"/>
            <a:chOff x="0" y="0"/>
            <a:chExt cx="16276320" cy="2926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276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85" r="0" b="-583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6276320" cy="2935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b="true" sz="9000" spc="71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MINESWEEPER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5349240"/>
            <a:ext cx="9875520" cy="822960"/>
            <a:chOff x="0" y="0"/>
            <a:chExt cx="1316736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673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31673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E3DCD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full-stack browser game with scoring, leaderboards, and player accounts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7019" y="7824536"/>
            <a:ext cx="8201482" cy="46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5"/>
              </a:lnSpc>
            </a:pPr>
            <a:r>
              <a:rPr lang="en-US" sz="270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Mohammad Shahria Faysal        242002056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7019" y="8369603"/>
            <a:ext cx="8201482" cy="468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5"/>
              </a:lnSpc>
            </a:pPr>
            <a:r>
              <a:rPr lang="en-US" sz="270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Naeem Islam                                     242002069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822960"/>
            <a:ext cx="8229600" cy="1234440"/>
            <a:chOff x="0" y="0"/>
            <a:chExt cx="1097280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9728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47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606040"/>
            <a:ext cx="4114800" cy="3017520"/>
            <a:chOff x="0" y="0"/>
            <a:chExt cx="5486400" cy="4023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089" t="0" r="-44089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486400" cy="4023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b="true" sz="19500" spc="154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Aa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64040" y="822960"/>
            <a:ext cx="8023860" cy="8641080"/>
            <a:chOff x="0" y="0"/>
            <a:chExt cx="10698480" cy="1152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11521440"/>
            </a:xfrm>
            <a:custGeom>
              <a:avLst/>
              <a:gdLst/>
              <a:ahLst/>
              <a:cxnLst/>
              <a:rect r="r" b="b" t="t" l="l"/>
              <a:pathLst>
                <a:path h="11521440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1521440"/>
                  </a:lnTo>
                  <a:lnTo>
                    <a:pt x="0" y="11521440"/>
                  </a:ln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49840" y="1371600"/>
            <a:ext cx="6858000" cy="548640"/>
            <a:chOff x="0" y="0"/>
            <a:chExt cx="9144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49840" y="2057400"/>
            <a:ext cx="6858000" cy="2194560"/>
            <a:chOff x="0" y="0"/>
            <a:chExt cx="9144000" cy="2926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90" r="0" b="-108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14300"/>
              <a:ext cx="9144000" cy="3040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Minesweeper is a full-stack web application that reimagines the classic puzzle as a competitive, timed challenge. Players race a two-minute countdown to clear cells, avoid mines, and post the highest score possible.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149840" y="4732020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561320" y="4553712"/>
            <a:ext cx="2468880" cy="480060"/>
            <a:chOff x="0" y="0"/>
            <a:chExt cx="329184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291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0" y="4526280"/>
            <a:ext cx="3977640" cy="548640"/>
            <a:chOff x="0" y="0"/>
            <a:chExt cx="5303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+ Vite single-page app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49840" y="5582412"/>
            <a:ext cx="164592" cy="164592"/>
            <a:chOff x="0" y="0"/>
            <a:chExt cx="219456" cy="219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61320" y="5404104"/>
            <a:ext cx="2468880" cy="480060"/>
            <a:chOff x="0" y="0"/>
            <a:chExt cx="329184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291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030200" y="5376672"/>
            <a:ext cx="3977640" cy="548640"/>
            <a:chOff x="0" y="0"/>
            <a:chExt cx="5303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PHP REST-style API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49840" y="6432804"/>
            <a:ext cx="164592" cy="164592"/>
            <a:chOff x="0" y="0"/>
            <a:chExt cx="219456" cy="2194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561320" y="6254496"/>
            <a:ext cx="2468880" cy="480060"/>
            <a:chOff x="0" y="0"/>
            <a:chExt cx="329184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3291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030200" y="6227064"/>
            <a:ext cx="3977640" cy="548640"/>
            <a:chOff x="0" y="0"/>
            <a:chExt cx="53035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149840" y="7283196"/>
            <a:ext cx="164592" cy="164592"/>
            <a:chOff x="0" y="0"/>
            <a:chExt cx="219456" cy="2194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561320" y="7104888"/>
            <a:ext cx="2468880" cy="480060"/>
            <a:chOff x="0" y="0"/>
            <a:chExt cx="329184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91840" cy="640080"/>
            </a:xfrm>
            <a:custGeom>
              <a:avLst/>
              <a:gdLst/>
              <a:ahLst/>
              <a:cxnLst/>
              <a:rect r="r" b="b" t="t" l="l"/>
              <a:pathLst>
                <a:path h="64008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329184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030200" y="7077456"/>
            <a:ext cx="3977640" cy="548640"/>
            <a:chOff x="0" y="0"/>
            <a:chExt cx="530352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303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Session-based authentication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548640"/>
            <a:chOff x="0" y="0"/>
            <a:chExt cx="18288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2344400" cy="1097280"/>
            <a:chOff x="0" y="0"/>
            <a:chExt cx="16459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40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CORE GAMEPLAY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2057400" cy="1234440"/>
            <a:chOff x="0" y="0"/>
            <a:chExt cx="27432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3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7432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47">
                  <a:solidFill>
                    <a:srgbClr val="FC6736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771900"/>
            <a:ext cx="5349240" cy="685800"/>
            <a:chOff x="0" y="0"/>
            <a:chExt cx="713232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REVEAL &amp; FLAG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4457700"/>
            <a:ext cx="5349240" cy="2057400"/>
            <a:chOff x="0" y="0"/>
            <a:chExt cx="7132320" cy="274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7132320" cy="2847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Uncover hidden cells or flag suspected mines. Numbered cells show how many mines are adjacent.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52260" y="2674620"/>
            <a:ext cx="2057400" cy="1234440"/>
            <a:chOff x="0" y="0"/>
            <a:chExt cx="274320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43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7432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47">
                  <a:solidFill>
                    <a:srgbClr val="FC6736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52260" y="3771900"/>
            <a:ext cx="5349240" cy="685800"/>
            <a:chOff x="0" y="0"/>
            <a:chExt cx="713232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RACE THE CLOCK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52260" y="4457700"/>
            <a:ext cx="5349240" cy="2057400"/>
            <a:chOff x="0" y="0"/>
            <a:chExt cx="7132320" cy="274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7132320" cy="2847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two-minute countdown drives every round, keeping each game fast-paced and tense.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481560" y="2674620"/>
            <a:ext cx="2057400" cy="1234440"/>
            <a:chOff x="0" y="0"/>
            <a:chExt cx="2743200" cy="164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43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7432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b="true" sz="6000" spc="47">
                  <a:solidFill>
                    <a:srgbClr val="FC6736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481560" y="3771900"/>
            <a:ext cx="5349240" cy="685800"/>
            <a:chOff x="0" y="0"/>
            <a:chExt cx="713232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2320" cy="914400"/>
            </a:xfrm>
            <a:custGeom>
              <a:avLst/>
              <a:gdLst/>
              <a:ahLst/>
              <a:cxnLst/>
              <a:rect r="r" b="b" t="t" l="l"/>
              <a:pathLst>
                <a:path h="9144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1323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DIFFICULTY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481560" y="4457700"/>
            <a:ext cx="5349240" cy="2057400"/>
            <a:chOff x="0" y="0"/>
            <a:chExt cx="7132320" cy="274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1" r="0" b="-66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7132320" cy="2847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Beginner and advanced boards, plus optional hints when a player gets stuck.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7338060"/>
            <a:ext cx="16637508" cy="1851660"/>
            <a:chOff x="0" y="0"/>
            <a:chExt cx="22183344" cy="2468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83344" cy="2468880"/>
            </a:xfrm>
            <a:custGeom>
              <a:avLst/>
              <a:gdLst/>
              <a:ahLst/>
              <a:cxnLst/>
              <a:rect r="r" b="b" t="t" l="l"/>
              <a:pathLst>
                <a:path h="24688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2468880"/>
                  </a:lnTo>
                  <a:lnTo>
                    <a:pt x="0" y="2468880"/>
                  </a:ln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1600" y="7612380"/>
            <a:ext cx="5486400" cy="548640"/>
            <a:chOff x="0" y="0"/>
            <a:chExt cx="73152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END CONDITIONS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1600" y="8161020"/>
            <a:ext cx="15499080" cy="822960"/>
            <a:chOff x="0" y="0"/>
            <a:chExt cx="2066544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6654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6968" r="0" b="-31696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2066544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16"/>
                </a:lnSpc>
              </a:pPr>
              <a:r>
                <a:rPr lang="en-US" sz="2025">
                  <a:solidFill>
                    <a:srgbClr val="1C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game ends when a mine is triggered or the timer reaches zero — all mines are then revealed automatically, and the game is recorded.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45000" y="9532620"/>
            <a:ext cx="960120" cy="548640"/>
            <a:chOff x="0" y="0"/>
            <a:chExt cx="128016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80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548640"/>
            <a:chOff x="0" y="0"/>
            <a:chExt cx="18288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RULES OF THE GAME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2344400" cy="1097280"/>
            <a:chOff x="0" y="0"/>
            <a:chExt cx="16459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40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SCORING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4401800" cy="685800"/>
            <a:chOff x="0" y="0"/>
            <a:chExt cx="19202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202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36363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Scores reward both progress and survival — every completed game is recorded, with no separate win condition.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291840"/>
            <a:ext cx="5349240" cy="4526280"/>
            <a:chOff x="0" y="0"/>
            <a:chExt cx="7132320" cy="6035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32320" cy="6035040"/>
            </a:xfrm>
            <a:custGeom>
              <a:avLst/>
              <a:gdLst/>
              <a:ahLst/>
              <a:cxnLst/>
              <a:rect r="r" b="b" t="t" l="l"/>
              <a:pathLst>
                <a:path h="603504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5888736"/>
                  </a:lnTo>
                  <a:cubicBezTo>
                    <a:pt x="7132320" y="5969508"/>
                    <a:pt x="7066788" y="6035040"/>
                    <a:pt x="698601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3771900"/>
            <a:ext cx="5349240" cy="1783080"/>
            <a:chOff x="0" y="0"/>
            <a:chExt cx="713232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2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13232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8100" spc="64">
                  <a:solidFill>
                    <a:srgbClr val="FC6736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+10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4440" y="5623560"/>
            <a:ext cx="4526280" cy="960120"/>
            <a:chOff x="0" y="0"/>
            <a:chExt cx="603504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603504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95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 CELL REVEALED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6789420"/>
            <a:ext cx="4526280" cy="27432"/>
            <a:chOff x="0" y="0"/>
            <a:chExt cx="6035040" cy="365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35040" cy="36576"/>
            </a:xfrm>
            <a:custGeom>
              <a:avLst/>
              <a:gdLst/>
              <a:ahLst/>
              <a:cxnLst/>
              <a:rect r="r" b="b" t="t" l="l"/>
              <a:pathLst>
                <a:path h="365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3DCD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652260" y="3291840"/>
            <a:ext cx="5349240" cy="4526280"/>
            <a:chOff x="0" y="0"/>
            <a:chExt cx="7132320" cy="6035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2320" cy="6035040"/>
            </a:xfrm>
            <a:custGeom>
              <a:avLst/>
              <a:gdLst/>
              <a:ahLst/>
              <a:cxnLst/>
              <a:rect r="r" b="b" t="t" l="l"/>
              <a:pathLst>
                <a:path h="603504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5888736"/>
                  </a:lnTo>
                  <a:cubicBezTo>
                    <a:pt x="7132320" y="5969508"/>
                    <a:pt x="7066788" y="6035040"/>
                    <a:pt x="698601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652260" y="3771900"/>
            <a:ext cx="5349240" cy="1783080"/>
            <a:chOff x="0" y="0"/>
            <a:chExt cx="7132320" cy="2377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32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13232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8100" spc="64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+2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63740" y="5623560"/>
            <a:ext cx="4526280" cy="960120"/>
            <a:chOff x="0" y="0"/>
            <a:chExt cx="603504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603504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95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 SECOND SURVIVED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63740" y="6789420"/>
            <a:ext cx="4526280" cy="27432"/>
            <a:chOff x="0" y="0"/>
            <a:chExt cx="6035040" cy="3657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35040" cy="36576"/>
            </a:xfrm>
            <a:custGeom>
              <a:avLst/>
              <a:gdLst/>
              <a:ahLst/>
              <a:cxnLst/>
              <a:rect r="r" b="b" t="t" l="l"/>
              <a:pathLst>
                <a:path h="365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3DCD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81560" y="3291840"/>
            <a:ext cx="5349240" cy="4526280"/>
            <a:chOff x="0" y="0"/>
            <a:chExt cx="7132320" cy="6035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32320" cy="6035040"/>
            </a:xfrm>
            <a:custGeom>
              <a:avLst/>
              <a:gdLst/>
              <a:ahLst/>
              <a:cxnLst/>
              <a:rect r="r" b="b" t="t" l="l"/>
              <a:pathLst>
                <a:path h="603504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5888736"/>
                  </a:lnTo>
                  <a:cubicBezTo>
                    <a:pt x="7132320" y="5969508"/>
                    <a:pt x="7066788" y="6035040"/>
                    <a:pt x="6986016" y="6035040"/>
                  </a:cubicBezTo>
                  <a:lnTo>
                    <a:pt x="146304" y="6035040"/>
                  </a:lnTo>
                  <a:cubicBezTo>
                    <a:pt x="65532" y="6035040"/>
                    <a:pt x="0" y="5969508"/>
                    <a:pt x="0" y="58887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81560" y="3771900"/>
            <a:ext cx="5349240" cy="1783080"/>
            <a:chOff x="0" y="0"/>
            <a:chExt cx="7132320" cy="2377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32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13232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b="true" sz="8100" spc="64">
                  <a:solidFill>
                    <a:srgbClr val="FC6736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-50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93040" y="5623560"/>
            <a:ext cx="4526280" cy="960120"/>
            <a:chOff x="0" y="0"/>
            <a:chExt cx="603504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3504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603504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95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 HINT USED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893040" y="6789420"/>
            <a:ext cx="4526280" cy="27432"/>
            <a:chOff x="0" y="0"/>
            <a:chExt cx="6035040" cy="365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35040" cy="36576"/>
            </a:xfrm>
            <a:custGeom>
              <a:avLst/>
              <a:gdLst/>
              <a:ahLst/>
              <a:cxnLst/>
              <a:rect r="r" b="b" t="t" l="l"/>
              <a:pathLst>
                <a:path h="36576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3DCD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7145000" y="9532620"/>
            <a:ext cx="960120" cy="548640"/>
            <a:chOff x="0" y="0"/>
            <a:chExt cx="12801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80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548640"/>
            <a:chOff x="0" y="0"/>
            <a:chExt cx="18288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2344400" cy="1097280"/>
            <a:chOff x="0" y="0"/>
            <a:chExt cx="16459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40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USER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754380" cy="754380"/>
            <a:chOff x="0" y="0"/>
            <a:chExt cx="1005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67462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51660" y="2606040"/>
            <a:ext cx="6926580" cy="548640"/>
            <a:chOff x="0" y="0"/>
            <a:chExt cx="923544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23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 REGISTRATION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51660" y="3113532"/>
            <a:ext cx="7200900" cy="822960"/>
            <a:chOff x="0" y="0"/>
            <a:chExt cx="960120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9601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players sign up with a secure, dedicated account.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418338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418338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51660" y="4114800"/>
            <a:ext cx="6926580" cy="548640"/>
            <a:chOff x="0" y="0"/>
            <a:chExt cx="923544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23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LOGIN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851660" y="4622292"/>
            <a:ext cx="7200900" cy="822960"/>
            <a:chOff x="0" y="0"/>
            <a:chExt cx="960120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9601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Session-based authentication with securely hashed passwords.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569214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569214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51660" y="5623560"/>
            <a:ext cx="6926580" cy="548640"/>
            <a:chOff x="0" y="0"/>
            <a:chExt cx="923544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23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PROTECTED PAGES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51660" y="6131052"/>
            <a:ext cx="7200900" cy="822960"/>
            <a:chOff x="0" y="0"/>
            <a:chExt cx="960120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9601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Gameplay and account pages are restricted to authenticated users.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0" y="2674620"/>
            <a:ext cx="754380" cy="754380"/>
            <a:chOff x="0" y="0"/>
            <a:chExt cx="1005840" cy="10058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0" y="2674620"/>
            <a:ext cx="754380" cy="754380"/>
            <a:chOff x="0" y="0"/>
            <a:chExt cx="100584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629900" y="2606040"/>
            <a:ext cx="6926580" cy="548640"/>
            <a:chOff x="0" y="0"/>
            <a:chExt cx="92354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23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 PROFILE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629900" y="3113532"/>
            <a:ext cx="7200900" cy="822960"/>
            <a:chOff x="0" y="0"/>
            <a:chExt cx="960120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76200"/>
              <a:ext cx="9601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player has a profile showing their gameplay information.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601200" y="4183380"/>
            <a:ext cx="754380" cy="754380"/>
            <a:chOff x="0" y="0"/>
            <a:chExt cx="100584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601200" y="4183380"/>
            <a:ext cx="754380" cy="754380"/>
            <a:chOff x="0" y="0"/>
            <a:chExt cx="100584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0584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629900" y="4114800"/>
            <a:ext cx="6926580" cy="548640"/>
            <a:chOff x="0" y="0"/>
            <a:chExt cx="923544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92354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LOGOUT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629900" y="4622292"/>
            <a:ext cx="7200900" cy="822960"/>
            <a:chOff x="0" y="0"/>
            <a:chExt cx="9601200" cy="1097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601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960120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Players can safely end their session at any time.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145000" y="9532620"/>
            <a:ext cx="960120" cy="548640"/>
            <a:chOff x="0" y="0"/>
            <a:chExt cx="128016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280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548640"/>
            <a:chOff x="0" y="0"/>
            <a:chExt cx="18288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TRACK YOUR PROGRESS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97280"/>
            <a:ext cx="8229600" cy="1920240"/>
            <a:chOff x="0" y="0"/>
            <a:chExt cx="10972800" cy="25603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972800" cy="258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48"/>
                </a:lnSpc>
              </a:pPr>
              <a:r>
                <a:rPr lang="en-US" b="true" sz="4800" spc="37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STATISTICS &amp;</a:t>
              </a:r>
            </a:p>
            <a:p>
              <a:pPr algn="l">
                <a:lnSpc>
                  <a:spcPts val="6048"/>
                </a:lnSpc>
              </a:pPr>
              <a:r>
                <a:rPr lang="en-US" b="true" sz="4800" spc="37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COMPETITION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3154680"/>
            <a:ext cx="7269480" cy="1645920"/>
            <a:chOff x="0" y="0"/>
            <a:chExt cx="9692640" cy="2194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26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058" r="0" b="-360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969264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1C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global leaderboard ranks the top scores, while every player keeps a personal game history broken out by difficulty.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8641080"/>
            <a:ext cx="8229600" cy="822960"/>
            <a:chOff x="0" y="0"/>
            <a:chExt cx="1097280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GLOBAL LEADERBOARD  ·  PERSONAL HISTORY  ·  DIFFICULTY TRACKING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15400" y="822960"/>
            <a:ext cx="8503920" cy="8641080"/>
            <a:chOff x="0" y="0"/>
            <a:chExt cx="11338560" cy="11521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38560" cy="11521440"/>
            </a:xfrm>
            <a:custGeom>
              <a:avLst/>
              <a:gdLst/>
              <a:ahLst/>
              <a:cxnLst/>
              <a:rect r="r" b="b" t="t" l="l"/>
              <a:pathLst>
                <a:path h="11521440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11521440"/>
                  </a:lnTo>
                  <a:lnTo>
                    <a:pt x="0" y="11521440"/>
                  </a:ln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464040" y="1371600"/>
            <a:ext cx="6858000" cy="548640"/>
            <a:chOff x="0" y="0"/>
            <a:chExt cx="9144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STATISTICS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64040" y="2331720"/>
            <a:ext cx="3497580" cy="3154680"/>
            <a:chOff x="0" y="0"/>
            <a:chExt cx="4663440" cy="4206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6634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06940" y="2674620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06940" y="3566160"/>
            <a:ext cx="2811780" cy="1645920"/>
            <a:chOff x="0" y="0"/>
            <a:chExt cx="374904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749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104" t="0" r="-2510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37490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HIGHEST SCORE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04520" y="2331720"/>
            <a:ext cx="3497580" cy="3154680"/>
            <a:chOff x="0" y="0"/>
            <a:chExt cx="4663440" cy="42062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634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647420" y="2674620"/>
            <a:ext cx="548640" cy="548640"/>
            <a:chOff x="0" y="0"/>
            <a:chExt cx="7315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647420" y="3566160"/>
            <a:ext cx="2811780" cy="1645920"/>
            <a:chOff x="0" y="0"/>
            <a:chExt cx="374904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49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104" t="0" r="-2510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37490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AVERAGE SCORE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64040" y="5829300"/>
            <a:ext cx="3497580" cy="3154680"/>
            <a:chOff x="0" y="0"/>
            <a:chExt cx="4663440" cy="4206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634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06940" y="6172200"/>
            <a:ext cx="548640" cy="548640"/>
            <a:chOff x="0" y="0"/>
            <a:chExt cx="7315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06940" y="7063740"/>
            <a:ext cx="2811780" cy="1645920"/>
            <a:chOff x="0" y="0"/>
            <a:chExt cx="3749040" cy="2194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49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104" t="0" r="-2510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37490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LONGEST SURVIVAL TIME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04520" y="5829300"/>
            <a:ext cx="3497580" cy="3154680"/>
            <a:chOff x="0" y="0"/>
            <a:chExt cx="4663440" cy="4206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4206240"/>
            </a:xfrm>
            <a:custGeom>
              <a:avLst/>
              <a:gdLst/>
              <a:ahLst/>
              <a:cxnLst/>
              <a:rect r="r" b="b" t="t" l="l"/>
              <a:pathLst>
                <a:path h="42062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647420" y="6172200"/>
            <a:ext cx="548640" cy="548640"/>
            <a:chOff x="0" y="0"/>
            <a:chExt cx="731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C673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647420" y="7063740"/>
            <a:ext cx="2811780" cy="1645920"/>
            <a:chOff x="0" y="0"/>
            <a:chExt cx="3749040" cy="21945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490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104" t="0" r="-2510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3749040" cy="2299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MOST CELLS REVEALED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548640"/>
            <a:chOff x="0" y="0"/>
            <a:chExt cx="18288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2344400" cy="1097280"/>
            <a:chOff x="0" y="0"/>
            <a:chExt cx="16459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40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USER EXPERIENCE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811780"/>
            <a:ext cx="5349240" cy="2880360"/>
            <a:chOff x="0" y="0"/>
            <a:chExt cx="7132320" cy="3840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323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694176"/>
                  </a:lnTo>
                  <a:cubicBezTo>
                    <a:pt x="7132320" y="3774948"/>
                    <a:pt x="7066788" y="3840480"/>
                    <a:pt x="69860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95828"/>
            <a:ext cx="4526280" cy="685800"/>
            <a:chOff x="0" y="0"/>
            <a:chExt cx="603504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035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RESPONSIVE INTERFACE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881628"/>
            <a:ext cx="4526280" cy="1577340"/>
            <a:chOff x="0" y="0"/>
            <a:chExt cx="603504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0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3" r="0" b="-59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6035040" cy="2188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with React for a smooth experience across screen sizes.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52260" y="2811780"/>
            <a:ext cx="5349240" cy="2880360"/>
            <a:chOff x="0" y="0"/>
            <a:chExt cx="7132320" cy="3840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1323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694176"/>
                  </a:lnTo>
                  <a:cubicBezTo>
                    <a:pt x="7132320" y="3774948"/>
                    <a:pt x="7066788" y="3840480"/>
                    <a:pt x="69860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63740" y="3195828"/>
            <a:ext cx="4526280" cy="685800"/>
            <a:chOff x="0" y="0"/>
            <a:chExt cx="60350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35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LIGHT &amp; DARK THEMES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63740" y="3881628"/>
            <a:ext cx="4526280" cy="1577340"/>
            <a:chOff x="0" y="0"/>
            <a:chExt cx="6035040" cy="2103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350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3" r="0" b="-59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6035040" cy="2188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Players can switch between light and dark appearance.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81560" y="2811780"/>
            <a:ext cx="5349240" cy="2880360"/>
            <a:chOff x="0" y="0"/>
            <a:chExt cx="7132320" cy="3840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323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694176"/>
                  </a:lnTo>
                  <a:cubicBezTo>
                    <a:pt x="7132320" y="3774948"/>
                    <a:pt x="7066788" y="3840480"/>
                    <a:pt x="69860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93040" y="3195828"/>
            <a:ext cx="4526280" cy="685800"/>
            <a:chOff x="0" y="0"/>
            <a:chExt cx="60350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35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TOAST NOTIFICATIONS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93040" y="3881628"/>
            <a:ext cx="4526280" cy="1577340"/>
            <a:chOff x="0" y="0"/>
            <a:chExt cx="6035040" cy="2103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3504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13" r="0" b="-59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6035040" cy="2188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Instant feedback for actions and errors as they happen.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37610" y="6172200"/>
            <a:ext cx="5349240" cy="2057400"/>
            <a:chOff x="0" y="0"/>
            <a:chExt cx="7132320" cy="2743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596896"/>
                  </a:lnTo>
                  <a:cubicBezTo>
                    <a:pt x="7132320" y="2677668"/>
                    <a:pt x="7066788" y="2743200"/>
                    <a:pt x="69860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149090" y="6473952"/>
            <a:ext cx="4526280" cy="685800"/>
            <a:chOff x="0" y="0"/>
            <a:chExt cx="60350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35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 MODAL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149090" y="7104888"/>
            <a:ext cx="4526280" cy="1028700"/>
            <a:chOff x="0" y="0"/>
            <a:chExt cx="603504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603504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summary of the final score and game details after each round.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66910" y="6172200"/>
            <a:ext cx="5349240" cy="2057400"/>
            <a:chOff x="0" y="0"/>
            <a:chExt cx="7132320" cy="274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23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2596896"/>
                  </a:lnTo>
                  <a:cubicBezTo>
                    <a:pt x="7132320" y="2677668"/>
                    <a:pt x="7066788" y="2743200"/>
                    <a:pt x="69860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978390" y="6473952"/>
            <a:ext cx="4526280" cy="685800"/>
            <a:chOff x="0" y="0"/>
            <a:chExt cx="603504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35040" cy="914400"/>
            </a:xfrm>
            <a:custGeom>
              <a:avLst/>
              <a:gdLst/>
              <a:ahLst/>
              <a:cxnLst/>
              <a:rect r="r" b="b" t="t" l="l"/>
              <a:pathLst>
                <a:path h="9144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60350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NAVIGATION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78390" y="7104888"/>
            <a:ext cx="4526280" cy="1028700"/>
            <a:chOff x="0" y="0"/>
            <a:chExt cx="6035040" cy="1371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603504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freely between game, dashboard, history, leaderboard, and profile.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145000" y="9532620"/>
            <a:ext cx="960120" cy="548640"/>
            <a:chOff x="0" y="0"/>
            <a:chExt cx="128016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80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3636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548640"/>
            <a:chOff x="0" y="0"/>
            <a:chExt cx="182880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UNDER THE HOOD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2344400" cy="1097280"/>
            <a:chOff x="0" y="0"/>
            <a:chExt cx="16459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59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459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b="true" sz="5100" spc="40">
                  <a:solidFill>
                    <a:srgbClr val="FFFFFF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TECHNOLOGY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16637508" cy="1165860"/>
            <a:chOff x="0" y="0"/>
            <a:chExt cx="22183344" cy="1554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743200"/>
            <a:ext cx="4800600" cy="1165860"/>
            <a:chOff x="0" y="0"/>
            <a:chExt cx="640080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6400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46520" y="2743200"/>
            <a:ext cx="10561320" cy="1165860"/>
            <a:chOff x="0" y="0"/>
            <a:chExt cx="1408176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40817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React, Vite, React Router, CSS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046220"/>
            <a:ext cx="16637508" cy="1165860"/>
            <a:chOff x="0" y="0"/>
            <a:chExt cx="22183344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8334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4046220"/>
            <a:ext cx="4800600" cy="1165860"/>
            <a:chOff x="0" y="0"/>
            <a:chExt cx="640080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400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46520" y="4046220"/>
            <a:ext cx="10561320" cy="1165860"/>
            <a:chOff x="0" y="0"/>
            <a:chExt cx="1408176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40817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PHP REST-style API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5349240"/>
            <a:ext cx="16637508" cy="1165860"/>
            <a:chOff x="0" y="0"/>
            <a:chExt cx="22183344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8334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5349240"/>
            <a:ext cx="4800600" cy="1165860"/>
            <a:chOff x="0" y="0"/>
            <a:chExt cx="640080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400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46520" y="5349240"/>
            <a:ext cx="10561320" cy="1165860"/>
            <a:chOff x="0" y="0"/>
            <a:chExt cx="14081760" cy="1554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40817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6652260"/>
            <a:ext cx="16637508" cy="1165860"/>
            <a:chOff x="0" y="0"/>
            <a:chExt cx="22183344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334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C1C1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1600" y="6652260"/>
            <a:ext cx="4800600" cy="1165860"/>
            <a:chOff x="0" y="0"/>
            <a:chExt cx="640080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400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AUTHENTICATION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46520" y="6652260"/>
            <a:ext cx="10561320" cy="1165860"/>
            <a:chOff x="0" y="0"/>
            <a:chExt cx="1408176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40817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PHP sessions with securely hashed passwords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7955280"/>
            <a:ext cx="16637508" cy="1165860"/>
            <a:chOff x="0" y="0"/>
            <a:chExt cx="22183344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8334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7955280"/>
            <a:ext cx="4800600" cy="1165860"/>
            <a:chOff x="0" y="0"/>
            <a:chExt cx="640080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32" r="0" b="-3023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40080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C67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DEVELOPMENT ENVIRONMENT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46520" y="7955280"/>
            <a:ext cx="10561320" cy="1165860"/>
            <a:chOff x="0" y="0"/>
            <a:chExt cx="1408176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081761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408176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XAMPP-compatible PHP and MySQL setup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145000" y="9532620"/>
            <a:ext cx="960120" cy="548640"/>
            <a:chOff x="0" y="0"/>
            <a:chExt cx="128016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3316" t="0" r="-23316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2801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E3DC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6721"/>
            <a:ext cx="6659316" cy="4570279"/>
          </a:xfrm>
          <a:custGeom>
            <a:avLst/>
            <a:gdLst/>
            <a:ahLst/>
            <a:cxnLst/>
            <a:rect r="r" b="b" t="t" l="l"/>
            <a:pathLst>
              <a:path h="4570279" w="6659316">
                <a:moveTo>
                  <a:pt x="0" y="0"/>
                </a:moveTo>
                <a:lnTo>
                  <a:pt x="6659316" y="0"/>
                </a:lnTo>
                <a:lnTo>
                  <a:pt x="6659316" y="4570279"/>
                </a:lnTo>
                <a:lnTo>
                  <a:pt x="0" y="4570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2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9316" y="4401809"/>
            <a:ext cx="5365036" cy="5885191"/>
          </a:xfrm>
          <a:custGeom>
            <a:avLst/>
            <a:gdLst/>
            <a:ahLst/>
            <a:cxnLst/>
            <a:rect r="r" b="b" t="t" l="l"/>
            <a:pathLst>
              <a:path h="5885191" w="5365036">
                <a:moveTo>
                  <a:pt x="0" y="0"/>
                </a:moveTo>
                <a:lnTo>
                  <a:pt x="5365036" y="0"/>
                </a:lnTo>
                <a:lnTo>
                  <a:pt x="5365036" y="5885191"/>
                </a:lnTo>
                <a:lnTo>
                  <a:pt x="0" y="5885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24352" y="0"/>
            <a:ext cx="6263648" cy="4401809"/>
          </a:xfrm>
          <a:custGeom>
            <a:avLst/>
            <a:gdLst/>
            <a:ahLst/>
            <a:cxnLst/>
            <a:rect r="r" b="b" t="t" l="l"/>
            <a:pathLst>
              <a:path h="4401809" w="6263648">
                <a:moveTo>
                  <a:pt x="0" y="0"/>
                </a:moveTo>
                <a:lnTo>
                  <a:pt x="6263648" y="0"/>
                </a:lnTo>
                <a:lnTo>
                  <a:pt x="6263648" y="4401809"/>
                </a:lnTo>
                <a:lnTo>
                  <a:pt x="0" y="44018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7" t="0" r="-141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92190" y="5143500"/>
            <a:ext cx="6279729" cy="5143500"/>
          </a:xfrm>
          <a:custGeom>
            <a:avLst/>
            <a:gdLst/>
            <a:ahLst/>
            <a:cxnLst/>
            <a:rect r="r" b="b" t="t" l="l"/>
            <a:pathLst>
              <a:path h="5143500" w="6279729">
                <a:moveTo>
                  <a:pt x="0" y="0"/>
                </a:moveTo>
                <a:lnTo>
                  <a:pt x="6279729" y="0"/>
                </a:lnTo>
                <a:lnTo>
                  <a:pt x="6279729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39" r="-844" b="-233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74517" y="810617"/>
            <a:ext cx="7034328" cy="2311505"/>
            <a:chOff x="0" y="0"/>
            <a:chExt cx="15923669" cy="523257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23668" cy="5232574"/>
            </a:xfrm>
            <a:custGeom>
              <a:avLst/>
              <a:gdLst/>
              <a:ahLst/>
              <a:cxnLst/>
              <a:rect r="r" b="b" t="t" l="l"/>
              <a:pathLst>
                <a:path h="5232574" w="15923668">
                  <a:moveTo>
                    <a:pt x="0" y="0"/>
                  </a:moveTo>
                  <a:lnTo>
                    <a:pt x="15923668" y="0"/>
                  </a:lnTo>
                  <a:lnTo>
                    <a:pt x="15923668" y="5232574"/>
                  </a:lnTo>
                  <a:lnTo>
                    <a:pt x="0" y="52325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649" r="-2214" b="1143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5923669" cy="52420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040"/>
                </a:lnSpc>
              </a:pPr>
              <a:r>
                <a:rPr lang="en-US" b="true" sz="6700" spc="46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MINESWEEPER</a:t>
              </a:r>
            </a:p>
            <a:p>
              <a:pPr algn="l">
                <a:lnSpc>
                  <a:spcPts val="8040"/>
                </a:lnSpc>
              </a:pPr>
              <a:r>
                <a:rPr lang="en-US" b="true" sz="6700" spc="52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GAMEPLAY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6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3566160"/>
            <a:ext cx="12344400" cy="685800"/>
            <a:chOff x="0" y="0"/>
            <a:chExt cx="164592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6459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C1C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LET'S PLAY.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4380" y="4114800"/>
            <a:ext cx="15087600" cy="2468880"/>
            <a:chOff x="0" y="0"/>
            <a:chExt cx="2011680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075" r="0" b="-690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0116800" cy="3282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880"/>
                </a:lnSpc>
              </a:pPr>
              <a:r>
                <a:rPr lang="en-US" b="true" sz="9900" spc="78">
                  <a:solidFill>
                    <a:srgbClr val="1C1C1C"/>
                  </a:solidFill>
                  <a:latin typeface="TT Phobos Bold"/>
                  <a:ea typeface="TT Phobos Bold"/>
                  <a:cs typeface="TT Phobos Bold"/>
                  <a:sym typeface="TT Phobos Bold"/>
                </a:rPr>
                <a:t>THANK YOU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6515100"/>
            <a:ext cx="12344400" cy="685800"/>
            <a:chOff x="0" y="0"/>
            <a:chExt cx="164592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4592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C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Minesweeper — a full-stack game built with React, PHP, and MySQL.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DAHTNlyYlrs</dc:identifier>
  <dcterms:modified xsi:type="dcterms:W3CDTF">2011-08-01T06:04:30Z</dcterms:modified>
  <cp:revision>1</cp:revision>
  <dc:title>MINESWEEPER</dc:title>
</cp:coreProperties>
</file>